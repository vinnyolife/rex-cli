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1828800" cy="182880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技术分享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如何让 AI 写出靠谱的代码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一、核心问题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029200" cy="2011680"/>
          </a:xfrm>
          <a:prstGeom prst="rect">
            <a:avLst/>
          </a:prstGeom>
          <a:solidFill>
            <a:srgbClr val="F3F4F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没规划，乱写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改着改着就跑偏了，需求越改越多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5029200" cy="2011680"/>
          </a:xfrm>
          <a:prstGeom prst="rect">
            <a:avLst/>
          </a:prstGeom>
          <a:solidFill>
            <a:srgbClr val="F3F4F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280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瞎编乱造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幻觉、API 不存在、逻辑错误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写代码常见的两大坑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二、解决方案：规划 + 验证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3200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🗂️ 规划能力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brainstorming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writing-plans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dispatching-parallel-agents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188720"/>
            <a:ext cx="5303520" cy="3200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3716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验证保障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verification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test-driven-development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search-first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规划能力：brainstorming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0972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技能: superpowers:brainstorming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复杂任务开始前，先头脑风暴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列出所有可能方案，选最优路径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用户：帮我做一个小红书自动发布工具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AI：先用 brainstorming 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方案 A：Selenium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方案 B：Playwright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方案 C：官方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选择方案 B + 反检测脚本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规划能力：writing-plans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0972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技能: superpowers:writing-plans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多步骤任务，先写计划文档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docs/plans/YYYY-MM-DD-&lt;topic&gt;.md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## 计划：小红书自动发布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搭建 Playwright MCP 服务器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实现反检测脚本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封装发布笔记技能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添加错误重试机制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验证完整流程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规划能力：dispatching-parallel-agents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0972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技能: superpowers:dispatching-parallel-agents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独立任务并行执行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多个子任务同时跑，提速 3-5 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任务：优化项目性能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并行派发：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Agent A：分析前端打包体积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Agent B：检查后端 API 响应时间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Agent C：审查数据库查询性能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防止幻觉：verification-before-completion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0972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技能: superpowers:verification-before-completion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任务完成前，强制验证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检查代码是否真的能跑、API 是否存在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写完代码后：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运行测试用例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检查依赖是否安装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验证 API 文档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发现问题 → 自动修复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防止幻觉：test-driven-development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0972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技能: superpowers:test-driven-development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先写测试，再写实现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代码逻辑有测试保障，不会瞎编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1. 先写测试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test('发布笔记应返回笔记ID', async 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const result = await publishNote({title:'测试'});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expect(result.noteId).toBeDefined();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2. 再写实现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 function publishNote(data) { ... 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防止幻觉：search-first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0972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技能: search-first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写代码前，先搜索现有方案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避免重复造轮子，参考成熟库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用户：帮我写一个 JWT 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AI：先搜索 → 发现 jsonwebtoken 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直接用成熟方案，不自己瞎写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四、提示词优化技巧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差的提示词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帮我写一个登录功能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097280"/>
            <a:ext cx="53035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好的提示词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任务：实现用户登录功能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使用 JWT 认证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密码用 bcrypt 加密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登录失败 3 次锁定 15 分钟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返回格式：{ token, user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不要用明文存储密码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不要自己实现加密算法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四、提示词优化 - 分步执行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4864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步：先用 brainstorming 列出核心模块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步：用 writing-plans 写实现计划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54864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步：用 parallel-agents 并行开发各模块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步：用 verification 验证集成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一次性要求：帮我做一个完整的电商系统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五、实战演示：定时发布功能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brainstorming 分析方案 → 选择 node-cron + 任务队列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writing-plans 写计划 → docs/plans/2026-03-06-scheduled-publish.md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test-driven-development → 先写测试用例，再写实现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parallel-agents 并行开发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• Agent A：实现定时器 • Agent B：实现任务队列 • Agent C：实现发布接口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verification-before-completion → 运行测试、检查边界条件、验证错误处理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规划先行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0" y="1280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brainstorming → writing-plans → parallel-agents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验证保障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test-driven → verification → search-first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91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提示词优化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结构化、分步骤、给上下文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记住：AI 是工具，不是魔法。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好的提示词 + 好的流程 = 靠谱的代码。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附录：常用技能速查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200400" cy="457200"/>
          </a:xfrm>
          <a:prstGeom prst="rect">
            <a:avLst/>
          </a:prstGeom>
          <a:solidFill>
            <a:srgbClr val="1E3A5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1097280"/>
            <a:ext cx="4114800" cy="457200"/>
          </a:xfrm>
          <a:prstGeom prst="rect">
            <a:avLst/>
          </a:prstGeom>
          <a:solidFill>
            <a:srgbClr val="1E3A5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1097280"/>
            <a:ext cx="3200400" cy="457200"/>
          </a:xfrm>
          <a:prstGeom prst="rect">
            <a:avLst/>
          </a:prstGeom>
          <a:solidFill>
            <a:srgbClr val="1E3A5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1097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触发时机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superpowers:brainstorming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155448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头脑风暴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155448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复杂任务开始前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32004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superpowers:writing-plans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2011680"/>
            <a:ext cx="41148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写计划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2011680"/>
            <a:ext cx="32004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多步骤任务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superpowers:dispatching-parallel-agents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0" y="246888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并行执行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246888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独立子任务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32004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superpowers:verification-before-completion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0" y="2926080"/>
            <a:ext cx="41148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验证完成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0" y="2926080"/>
            <a:ext cx="32004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任务结束前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superpowers:test-driven-development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0" y="338328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3383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测试驱动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72400" y="338328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写核心逻辑时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3840480"/>
            <a:ext cx="32004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search-first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0" y="3840480"/>
            <a:ext cx="41148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搜索方案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772400" y="3840480"/>
            <a:ext cx="320040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引入新依赖前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429768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superpowers:systematic-debugging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0" y="429768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4297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系统调试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772400" y="429768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63840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遇到复杂 bug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1828800" cy="182880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交流时间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技术分享</dc:title>
  <dc:subject>如何让 AI 写出靠谱的代码</dc:subject>
  <dc:creator>Rex</dc:creator>
  <cp:lastModifiedBy>Rex</cp:lastModifiedBy>
  <cp:revision>1</cp:revision>
  <dcterms:created xsi:type="dcterms:W3CDTF">2026-03-06T05:10:57Z</dcterms:created>
  <dcterms:modified xsi:type="dcterms:W3CDTF">2026-03-06T05:10:57Z</dcterms:modified>
</cp:coreProperties>
</file>